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EEAD4"/>
                </a:solidFill>
                <a:latin typeface="Arial"/>
              </a:rPr>
              <a:t>ROCKETRIDE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Arial"/>
              </a:rPr>
              <a:t>Compounding Support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BD5E1"/>
                </a:solidFill>
                <a:latin typeface="Arial"/>
              </a:rPr>
              <a:t>An AI IT support assistant that gets faster every time a fix is verified — not just another ticket-triage chatbot.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github.com/Thomaswu32/Data_hackthon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Support teams keep re-solving the same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766E"/>
                </a:solidFill>
              </a:rPr>
              <a:t>●  </a:t>
            </a:r>
            <a:r>
              <a:rPr sz="1700">
                <a:solidFill>
                  <a:srgbClr val="0F172A"/>
                </a:solidFill>
              </a:rPr>
              <a:t>Every agent re-diagnoses from scratch, even for a symptom solved last week.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766E"/>
                </a:solidFill>
              </a:rPr>
              <a:t>●  </a:t>
            </a:r>
            <a:r>
              <a:rPr sz="1700">
                <a:solidFill>
                  <a:srgbClr val="0F172A"/>
                </a:solidFill>
              </a:rPr>
              <a:t>“Looks similar” gets treated as “is the same” — wrong-system fixes get reused on the wrong ticket.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766E"/>
                </a:solidFill>
              </a:rPr>
              <a:t>●  </a:t>
            </a:r>
            <a:r>
              <a:rPr sz="1700">
                <a:solidFill>
                  <a:srgbClr val="0F172A"/>
                </a:solidFill>
              </a:rPr>
              <a:t>AI suggestions get treated as confirmed fixes without a human ever verifying they worked.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766E"/>
                </a:solidFill>
              </a:rPr>
              <a:t>●  </a:t>
            </a:r>
            <a:r>
              <a:rPr sz="1700">
                <a:solidFill>
                  <a:srgbClr val="0F172A"/>
                </a:solidFill>
              </a:rPr>
              <a:t>Knowledge lives in one agent's head, not in a form the next agent can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737360"/>
            <a:ext cx="39319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Arial"/>
              </a:rPr>
              <a:t>Scenario we solved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3172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F172A"/>
                </a:solidFill>
                <a:latin typeface="Arial"/>
              </a:rPr>
              <a:t>“Employee reset their password but still can't log in to company systems.”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Compounding Support Desk · RocketRide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A loop that compounds — not a one-off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8027" y="2103120"/>
            <a:ext cx="1691640" cy="182880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01600" rIns="101600"/>
          <a:lstStyle/>
          <a:p>
            <a:pPr algn="ctr"/>
            <a:r>
              <a:rPr sz="1200" b="1">
                <a:solidFill>
                  <a:srgbClr val="0F766E"/>
                </a:solidFill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500" b="1">
                <a:solidFill>
                  <a:srgbClr val="0F172A"/>
                </a:solidFill>
              </a:rPr>
              <a:t>Describe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64748B"/>
                </a:solidFill>
              </a:rPr>
              <a:t>Free-text
+ structured
system/symptom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69667" y="2880360"/>
            <a:ext cx="1371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06827" y="2103120"/>
            <a:ext cx="1691640" cy="182880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01600" rIns="101600"/>
          <a:lstStyle/>
          <a:p>
            <a:pPr algn="ctr"/>
            <a:r>
              <a:rPr sz="1200" b="1">
                <a:solidFill>
                  <a:srgbClr val="0F766E"/>
                </a:solidFill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500" b="1">
                <a:solidFill>
                  <a:srgbClr val="0F172A"/>
                </a:solidFill>
              </a:rPr>
              <a:t>Diagnose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64748B"/>
                </a:solidFill>
              </a:rPr>
              <a:t>History + live
trends + quick
checks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98467" y="2880360"/>
            <a:ext cx="1371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5627" y="2103120"/>
            <a:ext cx="1691640" cy="182880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01600" rIns="101600"/>
          <a:lstStyle/>
          <a:p>
            <a:pPr algn="ctr"/>
            <a:r>
              <a:rPr sz="1200" b="1">
                <a:solidFill>
                  <a:srgbClr val="0F766E"/>
                </a:solidFill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500" b="1">
                <a:solidFill>
                  <a:srgbClr val="0F172A"/>
                </a:solidFill>
              </a:rPr>
              <a:t>Take action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64748B"/>
                </a:solidFill>
              </a:rPr>
              <a:t>Run approved
steps in a demo
environment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27267" y="2880360"/>
            <a:ext cx="1371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64427" y="2103120"/>
            <a:ext cx="1691640" cy="182880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01600" rIns="101600"/>
          <a:lstStyle/>
          <a:p>
            <a:pPr algn="ctr"/>
            <a:r>
              <a:rPr sz="1200" b="1">
                <a:solidFill>
                  <a:srgbClr val="0F766E"/>
                </a:solidFill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500" b="1">
                <a:solidFill>
                  <a:srgbClr val="0F172A"/>
                </a:solidFill>
              </a:rPr>
              <a:t>Confirm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64748B"/>
                </a:solidFill>
              </a:rPr>
              <a:t>Human confirms
it actually
worked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56067" y="2880360"/>
            <a:ext cx="1371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93227" y="2103120"/>
            <a:ext cx="1691640" cy="182880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01600" rIns="101600"/>
          <a:lstStyle/>
          <a:p>
            <a:pPr algn="ctr"/>
            <a:r>
              <a:rPr sz="1200" b="1">
                <a:solidFill>
                  <a:srgbClr val="0F766E"/>
                </a:solidFill>
              </a:rPr>
              <a:t>5</a:t>
            </a:r>
          </a:p>
          <a:p>
            <a:pPr algn="ctr">
              <a:spcBef>
                <a:spcPts val="400"/>
              </a:spcBef>
            </a:pPr>
            <a:r>
              <a:rPr sz="1500" b="1">
                <a:solidFill>
                  <a:srgbClr val="0F172A"/>
                </a:solidFill>
              </a:rPr>
              <a:t>Save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64748B"/>
                </a:solidFill>
              </a:rPr>
              <a:t>Verified fix
becomes a
reusable playbook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84867" y="2880360"/>
            <a:ext cx="1371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22027" y="2103120"/>
            <a:ext cx="1691640" cy="182880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01600" rIns="101600"/>
          <a:lstStyle/>
          <a:p>
            <a:pPr algn="ctr"/>
            <a:r>
              <a:rPr sz="1200" b="1">
                <a:solidFill>
                  <a:srgbClr val="0F766E"/>
                </a:solidFill>
              </a:rPr>
              <a:t>6</a:t>
            </a:r>
          </a:p>
          <a:p>
            <a:pPr algn="ctr">
              <a:spcBef>
                <a:spcPts val="400"/>
              </a:spcBef>
            </a:pPr>
            <a:r>
              <a:rPr sz="1500" b="1">
                <a:solidFill>
                  <a:srgbClr val="0F172A"/>
                </a:solidFill>
              </a:rPr>
              <a:t>Reuse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64748B"/>
                </a:solidFill>
              </a:rPr>
              <a:t>Next similar
ticket reuses it
directly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Arial"/>
              </a:rPr>
              <a:t>Guardrail: reuse only fires on system + symptom + prerequisite-checklist match — never on text similarity alone. A wrong-system ticket with near-identical wording is a verified negative control in the check script.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Compounding Support Desk · RocketRide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Arial"/>
              </a:rPr>
              <a:t>LIVE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Describe → one prompt, not a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“What's going wrong?” drives ticket creation; system/symptom stay structured pickers so matching stays trustworthy.</a:t>
            </a:r>
          </a:p>
        </p:txBody>
      </p:sp>
      <p:pic>
        <p:nvPicPr>
          <p:cNvPr id="6" name="Picture 5" descr="screen-descri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10515600" cy="58484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600200"/>
            <a:ext cx="10515600" cy="32547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Compounding Support Desk · RocketRide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Arial"/>
              </a:rPr>
              <a:t>LIVE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Diagnose → quick checks + live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One question at a time, mass-incident alert, playbook match — and the right panel shows which services are actually running.</a:t>
            </a:r>
          </a:p>
        </p:txBody>
      </p:sp>
      <p:pic>
        <p:nvPicPr>
          <p:cNvPr id="6" name="Picture 5" descr="screen-diagn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10515600" cy="58484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600200"/>
            <a:ext cx="10515600" cy="32547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Compounding Support Desk · RocketRide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Arial"/>
              </a:rPr>
              <a:t>LIVE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Confirm → resolved, saved, logged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“Fix saved for similar issues” only appears when the save genuinely succeeded. Technical details stay one click away, never dumped on the main view.</a:t>
            </a:r>
          </a:p>
        </p:txBody>
      </p:sp>
      <p:pic>
        <p:nvPicPr>
          <p:cNvPr id="6" name="Picture 5" descr="screen-resolv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10515600" cy="584840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600200"/>
            <a:ext cx="10515600" cy="325476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Compounding Support Desk · RocketRide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Five services, one honest status per call</a:t>
            </a:r>
          </a:p>
        </p:txBody>
      </p:sp>
      <p:sp>
        <p:nvSpPr>
          <p:cNvPr id="5" name="Oval 4"/>
          <p:cNvSpPr/>
          <p:nvPr/>
        </p:nvSpPr>
        <p:spPr>
          <a:xfrm>
            <a:off x="1386687" y="1920240"/>
            <a:ext cx="822960" cy="822960"/>
          </a:xfrm>
          <a:prstGeom prst="ellipse">
            <a:avLst/>
          </a:prstGeom>
          <a:solidFill>
            <a:srgbClr val="F0FDFA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F766E"/>
                </a:solidFill>
              </a:rPr>
              <a:t>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327" y="288036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01600" rIns="101600"/>
          <a:lstStyle/>
          <a:p>
            <a:pPr algn="ctr"/>
            <a:r>
              <a:rPr b="1" sz="1400">
                <a:solidFill>
                  <a:srgbClr val="0F172A"/>
                </a:solidFill>
              </a:rPr>
              <a:t>RocketRide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64748B"/>
                </a:solidFill>
              </a:rPr>
              <a:t>Hosts the app, coordinates the AI-suggestion pipeline</a:t>
            </a:r>
          </a:p>
        </p:txBody>
      </p:sp>
      <p:sp>
        <p:nvSpPr>
          <p:cNvPr id="7" name="Oval 6"/>
          <p:cNvSpPr/>
          <p:nvPr/>
        </p:nvSpPr>
        <p:spPr>
          <a:xfrm>
            <a:off x="3535527" y="1920240"/>
            <a:ext cx="822960" cy="822960"/>
          </a:xfrm>
          <a:prstGeom prst="ellipse">
            <a:avLst/>
          </a:prstGeom>
          <a:solidFill>
            <a:srgbClr val="F0FDFA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F766E"/>
                </a:solidFill>
              </a:rPr>
              <a:t>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167" y="288036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01600" rIns="101600"/>
          <a:lstStyle/>
          <a:p>
            <a:pPr algn="ctr"/>
            <a:r>
              <a:rPr b="1" sz="1400">
                <a:solidFill>
                  <a:srgbClr val="0F172A"/>
                </a:solidFill>
              </a:rPr>
              <a:t>Cognee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64748B"/>
                </a:solidFill>
              </a:rPr>
              <a:t>Finds and remembers similar past cases</a:t>
            </a:r>
          </a:p>
        </p:txBody>
      </p:sp>
      <p:sp>
        <p:nvSpPr>
          <p:cNvPr id="9" name="Oval 8"/>
          <p:cNvSpPr/>
          <p:nvPr/>
        </p:nvSpPr>
        <p:spPr>
          <a:xfrm>
            <a:off x="5684367" y="1920240"/>
            <a:ext cx="822960" cy="822960"/>
          </a:xfrm>
          <a:prstGeom prst="ellipse">
            <a:avLst/>
          </a:prstGeom>
          <a:solidFill>
            <a:srgbClr val="F0FDFA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F766E"/>
                </a:solidFill>
              </a:rPr>
              <a:t>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0007" y="288036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01600" rIns="101600"/>
          <a:lstStyle/>
          <a:p>
            <a:pPr algn="ctr"/>
            <a:r>
              <a:rPr b="1" sz="1400">
                <a:solidFill>
                  <a:srgbClr val="0F172A"/>
                </a:solidFill>
              </a:rPr>
              <a:t>HydraDB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64748B"/>
                </a:solidFill>
              </a:rPr>
              <a:t>Cross-session memory for verified resolutions</a:t>
            </a:r>
          </a:p>
        </p:txBody>
      </p:sp>
      <p:sp>
        <p:nvSpPr>
          <p:cNvPr id="11" name="Oval 10"/>
          <p:cNvSpPr/>
          <p:nvPr/>
        </p:nvSpPr>
        <p:spPr>
          <a:xfrm>
            <a:off x="7833207" y="1920240"/>
            <a:ext cx="822960" cy="822960"/>
          </a:xfrm>
          <a:prstGeom prst="ellipse">
            <a:avLst/>
          </a:prstGeom>
          <a:solidFill>
            <a:srgbClr val="F0FDFA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F766E"/>
                </a:solidFill>
              </a:rPr>
              <a:t>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8847" y="288036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01600" rIns="101600"/>
          <a:lstStyle/>
          <a:p>
            <a:pPr algn="ctr"/>
            <a:r>
              <a:rPr b="1" sz="1400">
                <a:solidFill>
                  <a:srgbClr val="0F172A"/>
                </a:solidFill>
              </a:rPr>
              <a:t>Hotdata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64748B"/>
                </a:solidFill>
              </a:rPr>
              <a:t>Real-time ticket volume / SLA / mass-incident signal</a:t>
            </a:r>
          </a:p>
        </p:txBody>
      </p:sp>
      <p:sp>
        <p:nvSpPr>
          <p:cNvPr id="13" name="Oval 12"/>
          <p:cNvSpPr/>
          <p:nvPr/>
        </p:nvSpPr>
        <p:spPr>
          <a:xfrm>
            <a:off x="9982047" y="1920240"/>
            <a:ext cx="822960" cy="822960"/>
          </a:xfrm>
          <a:prstGeom prst="ellipse">
            <a:avLst/>
          </a:prstGeom>
          <a:solidFill>
            <a:srgbClr val="F0FDFA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0F766E"/>
                </a:solidFill>
              </a:rPr>
              <a:t>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7687" y="288036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01600" rIns="101600"/>
          <a:lstStyle/>
          <a:p>
            <a:pPr algn="ctr"/>
            <a:r>
              <a:rPr b="1" sz="1400">
                <a:solidFill>
                  <a:srgbClr val="0F172A"/>
                </a:solidFill>
              </a:rPr>
              <a:t>Modiq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64748B"/>
                </a:solidFill>
              </a:rPr>
              <a:t>Saves + matches verified, reusable playbooks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rial"/>
              </a:rPr>
              <a:t>Snyk runs separately as a project-level security scan — not part of the per-ticket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Arial"/>
              </a:rPr>
              <a:t>Every node's state (idle / running / success / error / demo) is derived from the app's own real call log — no fixed timers, no scripted sequencing. Parallel calls light up multiple nodes at once because they really do run in parallel.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Compounding Support Desk · RocketRide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Arial"/>
              </a:rPr>
              <a:t>HONESTY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What's real, what's demo — no smoke and mirrors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881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15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RocketRide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86436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91516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rial"/>
              </a:rPr>
              <a:t>Live connect() + pipeline execution, verified from the CLI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10881360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2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Hotdata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64160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6924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rial"/>
              </a:rPr>
              <a:t>Genuine live computation over the ticket store, always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10881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69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Modiq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341884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4696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rial"/>
              </a:rPr>
              <a:t>Genuine persistence + eligibility matching, always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69080"/>
            <a:ext cx="10881360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46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Cognee / HydraDB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419608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Real, via 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2468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rial"/>
              </a:rPr>
              <a:t>Gemini-backed pipelines proven real from scripts/check-loop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10881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24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Browser app today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497332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Demo-labeled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0241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Arial"/>
              </a:rPr>
              <a:t>Real RocketRide shell package not yet vendored — UI never pretends otherwise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Compounding Support Desk · RocketRide Hackathon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Arial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Proven, not promised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>
                <a:solidFill>
                  <a:srgbClr val="0F766E"/>
                </a:solidFill>
              </a:rPr>
              <a:t>●  </a:t>
            </a:r>
            <a:r>
              <a:rPr sz="1700">
                <a:solidFill>
                  <a:srgbClr val="0F172A"/>
                </a:solidFill>
              </a:rPr>
              <a:t>pnpm --filter local-support-memory-desk run typecheck / build — strict TypeScript, clean Module Federation bundle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>
                <a:solidFill>
                  <a:srgbClr val="0F766E"/>
                </a:solidFill>
              </a:rPr>
              <a:t>●  </a:t>
            </a:r>
            <a:r>
              <a:rPr sz="1700">
                <a:solidFill>
                  <a:srgbClr val="0F172A"/>
                </a:solidFill>
              </a:rPr>
              <a:t>pnpm run check — an 8-step Node harness: create → diagnose → confirm → execute → verify → save → reuse → negative control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>
                <a:solidFill>
                  <a:srgbClr val="0F766E"/>
                </a:solidFill>
              </a:rPr>
              <a:t>●  </a:t>
            </a:r>
            <a:r>
              <a:rPr sz="1700">
                <a:solidFill>
                  <a:srgbClr val="0F172A"/>
                </a:solidFill>
              </a:rPr>
              <a:t>Idempotency: marking resolved twice never duplicates a playbook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>
                <a:solidFill>
                  <a:srgbClr val="0F766E"/>
                </a:solidFill>
              </a:rPr>
              <a:t>●  </a:t>
            </a:r>
            <a:r>
              <a:rPr sz="1700">
                <a:solidFill>
                  <a:srgbClr val="0F172A"/>
                </a:solidFill>
              </a:rPr>
              <a:t>Persistence: closing and reopening the ticket store doesn't lose a saved playbook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>
                <a:solidFill>
                  <a:srgbClr val="0F766E"/>
                </a:solidFill>
              </a:rPr>
              <a:t>●  </a:t>
            </a:r>
            <a:r>
              <a:rPr sz="1700">
                <a:solidFill>
                  <a:srgbClr val="0F172A"/>
                </a:solidFill>
              </a:rPr>
              <a:t>Snyk / pnpm audit: 14 real dependency vulnerabilities found and fixed (undici, adm-zip)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300">
                <a:solidFill>
                  <a:srgbClr val="0F766E"/>
                </a:solidFill>
              </a:rPr>
              <a:t>●  </a:t>
            </a:r>
            <a:r>
              <a:rPr sz="1700">
                <a:solidFill>
                  <a:srgbClr val="0F172A"/>
                </a:solidFill>
              </a:rPr>
              <a:t>Recorded live against the real RocketRide staging shell — see docs/demo.gif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Compounding Support Desk · RocketRide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Every verified fix makes the next similar ticket faster.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Arial"/>
              </a:rPr>
              <a:t>github.com/Thomaswu32/Data_hackthon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BD5E1"/>
                </a:solidFill>
                <a:latin typeface="Arial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